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40080"/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DAIKO PEOPLE</a:t>
            </a:r>
          </a:p>
          <a:p>
            <a:pPr>
              <a:spcBef>
                <a:spcPts val="800"/>
              </a:spcBef>
              <a:defRPr sz="2200" b="1">
                <a:solidFill>
                  <a:srgbClr val="818CF8"/>
                </a:solidFill>
              </a:defRPr>
            </a:pPr>
            <a:r>
              <a:t>The Talent Governance &amp; 1:1 Execution Platform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Bridging the gap between HR systems of record and ground manager follow-through — driving continuous feedback, living 1:1 agendas, and evidence-based talent evaluations.</a:t>
            </a:r>
          </a:p>
          <a:p>
            <a:pPr>
              <a:spcBef>
                <a:spcPts val="3200"/>
              </a:spcBef>
              <a:defRPr sz="1100" b="1">
                <a:solidFill>
                  <a:srgbClr val="94A3B8"/>
                </a:solidFill>
              </a:defRPr>
            </a:pPr>
            <a:r>
              <a:t>Continuous 1:1s  •  Named Feedback  •  Micro-Win Logs  •  PIP Governance  •  Training Demand Matrix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01 — THE HR EXECUTION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HR Has the Systems of Record. The Breakdown Is Manager Follow-Through.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Why Traditional HR Tech Fails Line Teams: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Scattered Meeting Notes: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1:1 notes live in private Google Docs, paper diaries, or forgotten Slack messages with zero task follow-through.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Recency Bias in Appraisals: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Annual reviews only remember the last 3 weeks; consistent contributions from earlier in the year are forgotten.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The 'Chasing Bot' HR Problem: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HR spends 60% of their time chasing line managers for review sign-offs, probation checks, and PIP updates.</a:t>
            </a:r>
          </a:p>
          <a:p>
            <a:pPr>
              <a:spcBef>
                <a:spcPts val="800"/>
              </a:spcBef>
              <a:defRPr sz="1100" b="1">
                <a:solidFill>
                  <a:srgbClr val="4F46E5"/>
                </a:solidFill>
              </a:defRPr>
            </a:pPr>
            <a:r>
              <a:t>• Toxic Anonymous Guessing: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Anonymous feedback creates paranoia; teams need constructive, transparent feedback tied to real accountability.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33695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THE DAIKO SOLUTION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</a:defRPr>
            </a:pPr>
            <a:r>
              <a:t>A Purpose-Built Execution Layer Above Your HRMS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DAIKO does not replace Darwinbox, Workday, or SAP. It gives managers and employees a lightweight shared space to run continuous 1:1s, capture real-time wins, and ensure every review is backed by factual operational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02 — ROLE HARMONY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Two Dedicated Views. One Unified Performance Engine.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👔 MANAGER HUB (Team Orchestration)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Team 1:1 Cadence RAG (Flags &gt;3 weeks of missed syncs)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Living 1:1 Agenda &amp; Action Follow-Through Tracker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Named Feedback &amp; Kudos Stream (Give &amp; Review)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Micro-Win Log (1-click capture of employee achievements)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PIP Milestone &amp; Check-in Tracker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Skill Gap &amp; Training Need Tagging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🌱 EMPLOYEE PORTAL (Growth &amp; Clarity)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Upcoming 1:1 Agenda Scratchpad (Add topics anytime)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My Commitments Checklist (Action items from last 1:1)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Named Kudos &amp; Recognition Received (Permanent profile record)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Personal Skill Wishlist &amp; Training Catalog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Objective Milestone Progress (Goal / PIP Tracking)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Continuous Self-Appraisal Data Bank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03 — PROCESS CLARITY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Meeting Notes ≠ Feedback: Keeping Both Clean and Distinct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📝 1:1 MEETING NOTES &amp; ACTIONS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What it is: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Operational commitments, blockers, and project deliverables.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Privacy Level: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Strictly private between Manager &amp; Employee.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Format: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Living agenda bullet points that convert into tracked action items.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Carryover Engine: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Unfinished tasks auto-roll to next week's sync so nothing is lost.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HR Visibility: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HR tracks task closure % and meeting cadence, NOT private note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💬 CONTINUOUS NAMED FEEDBACK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What it is: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Behavioral observations, praise for good work, or coaching nudges.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Transparency: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Always attached with real author names (100% accountable).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Format: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Bite-sized 30-word cards using the Situation-Behavior-Impact model.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Where it lives: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Logs permanently to the employee's 360 Profile and Annual Appraisal.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HR Visibility: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Rolls up into overall team sentiment and culture health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04 — OBJECTIVITY &amp;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Micro-Win Log: Safeguarding Great Work from Recency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134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THE RECENCY BIAS TRAP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Managers often rate employees on their last 3 weeks of performance, completely forgetting major wins from months prior. Struggling employees are often unfairly stereotyped as having done 'nothing good.'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4134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THE 1-CLICK 'WIN NOTE'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Whenever an employee resolves a crisis, assists a teammate, or delivers client praise, the manager logs a 10-second Win Note with tags (e.g. #HighOwnership, #QuickDelivery).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4134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EVIDENCE-BASED REVIEWS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During annual appraisals or PIP reviews, DAIKO generates a chronological timeline of all verified wins alongside development areas—ensuring 100% objective, defensible talent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Fairness Guarantee: Every employee—even one on a PIP—has their positive contributions documented and accounted for.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05 — 1:1 HEALTH &amp;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1:1 Follow-Through Statistics: Measuring What Was Once Invisible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91.4%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1:1 Cadence Adherence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Target: &gt;85% completed bi-weekly syncs across all teams.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73736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86.2%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Action Item Closure Rate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Agreed 1:1 tasks marked completed within target deadline.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73736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14.5 Days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Avg. Time Between 1:1s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Early alert triggers if a manager exceeds 21 days without a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73736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Private Note Integrity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Zero note text visible to HR; metrics track operational habits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Automated Calendar Sync: Detects scheduled 1:1 calls on Google Meet / Teams and nudges both parties for instant follow-up.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06 — PERFORMANCE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Talent Profiles, Structured PIPs &amp; Fact-Based Appraisals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TALENT PROFILE 360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Unified view of verified skills, certifications &amp; project history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Chronological timeline of peer kudos &amp; manager win notes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Historical 1:1 engagement and task closure score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Readiness rating for promotion and cross-functional mobility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STRUCTURED PIP TRACKER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Clear, time-bound milestones (30/60/90 days)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Weekly check-in agendas with objective completion meters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Eliminates ambiguity—both manager &amp; employee see exact goals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Formal sign-off workflow with HR governance oversight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APPRAISAL CALIBRATION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Auto-aggregates 12 months of 1:1 goals, tasks, and win logs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Removes 90% of annual review preparation friction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Prevents favoritism or unfair ratings with auditable proof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1-tap sync back into your primary HRMS of record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07 — SKILL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Training Needs Identification: Bottom-Up Demand Aggregation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How Training Demand Is Captured:</a:t>
            </a:r>
          </a:p>
          <a:p>
            <a:pPr>
              <a:spcBef>
                <a:spcPts val="800"/>
              </a:spcBef>
              <a:defRPr sz="1200" b="1">
                <a:solidFill>
                  <a:srgbClr val="4F46E5"/>
                </a:solidFill>
              </a:defRPr>
            </a:pPr>
            <a:r>
              <a:t>1. Spot During 1:1s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When a manager or employee identifies a skill hurdle during a project review, they tag a 'Skill Need' in 1 click.</a:t>
            </a:r>
          </a:p>
          <a:p>
            <a:pPr>
              <a:spcBef>
                <a:spcPts val="800"/>
              </a:spcBef>
              <a:defRPr sz="1200" b="1">
                <a:solidFill>
                  <a:srgbClr val="4F46E5"/>
                </a:solidFill>
              </a:defRPr>
            </a:pPr>
            <a:r>
              <a:t>2. Employee Wishlists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Team members can self-select training modules or domain certifications they want to pursue for career growth.</a:t>
            </a:r>
          </a:p>
          <a:p>
            <a:pPr>
              <a:spcBef>
                <a:spcPts val="800"/>
              </a:spcBef>
              <a:defRPr sz="1200" b="1">
                <a:solidFill>
                  <a:srgbClr val="4F46E5"/>
                </a:solidFill>
              </a:defRPr>
            </a:pPr>
            <a:r>
              <a:t>3. Auto-Aggregation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DAIKO clusters individual skill tags across departments to show HR exactly which training cohorts to organize.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33695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LIVE TRAINING DEMAND MATRIX (HR VIEW)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Cloud Architecture &amp; Security: 18 Engineers (Across 4 Teams)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Client De-escalation &amp; Communication: 12 PMs &amp; Leads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Advanced Financial Modeling: 7 Analysts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People Leadership &amp; Feedback Coaching: 9 New Managers</a:t>
            </a:r>
          </a:p>
          <a:p>
            <a:pPr>
              <a:spcBef>
                <a:spcPts val="1800"/>
              </a:spcBef>
              <a:defRPr sz="1100" b="1">
                <a:solidFill>
                  <a:srgbClr val="4F46E5"/>
                </a:solidFill>
              </a:defRPr>
            </a:pPr>
            <a:r>
              <a:t>HR Action: [ Schedule Cohort Workshop ]  [ Assign Budget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08 — EXECUTIVE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Talent Insights &amp; Governance: Real-Time People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NOW (What's happening?)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4 Managers have not held a 1:1 in &gt;21 days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12 Micro-Wins logged across Engineering today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3 Active PIPs approaching 30-day milestone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WHY (What's causing it?)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Team A onboarding load causing sprint schedule drift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Q3 release milestone driving high employee overtime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Skill gap identified in frontend architecture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NEXT (What needs action?)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Automated nudge sent to Managers to schedule 1:1s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1-Tap Director approval for high-performer spot bonus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Batch 18 engineers for Cloud Architecture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ORGANIZATION VITALS:   1:1 Cadence: 91.4%   |   Action Closure: 86.2%   |   Active PIPs: 03   |   Pending Appraisals: 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108960" cy="292608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18CF8"/>
                </a:solidFill>
              </a:defRPr>
            </a:pPr>
            <a:r>
              <a:t>09 — IMPLEMENTATION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30-Day Proof of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993392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ONE DEPARTMENT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Roll out across 1 business unit or engineering department.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737360"/>
            <a:ext cx="1993392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ONE WORKFLOW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Living 1:1 cadence, action tracking &amp; continuous micro-wins.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737360"/>
            <a:ext cx="1993392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ONE BASELINE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Historical 1:1 frequency and task completion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737360"/>
            <a:ext cx="1993392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ONE SCORECARD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1:1 Cadence %, Action Closure %, and Manager Adoption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737360"/>
            <a:ext cx="1993392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ONE DECISION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Scale across company / Refine workflows / Stop.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18CF8"/>
                </a:solidFill>
              </a:defRPr>
            </a:pPr>
            <a:r>
              <a:t>The Executive Guarantee: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"No HRMS replacement. Zero operational disruption. Measurable manager follow-through before scale."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